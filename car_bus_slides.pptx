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Car-Bus as extension of RPS.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multi-agent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incentives.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learning 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critic.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Car–Bus Game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Two-player zero-sum grid game</a:t>
            </a:r>
          </a:p>
          <a:p>
            <a:pPr/>
            <a:r>
              <a:t>Car vs Bus (pursuit-evasion)</a:t>
            </a:r>
          </a:p>
          <a:p>
            <a:pPr/>
            <a:r>
              <a:t>3x3 grid, sequential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&amp;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State = (car position, bus position)</a:t>
            </a:r>
          </a:p>
          <a:p>
            <a:pPr/>
            <a:r>
              <a:t>Actions: up, down, left, right</a:t>
            </a:r>
          </a:p>
          <a:p>
            <a:pPr/>
            <a:r>
              <a:t>Simultaneous moves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Rewards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Reward = value(car) - value(bus)</a:t>
            </a:r>
          </a:p>
          <a:p>
            <a:pPr/>
            <a:r>
              <a:t>Crash penalty = -10</a:t>
            </a:r>
          </a:p>
          <a:p>
            <a:pPr/>
            <a:r>
              <a:t>Zero-sum setting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Compared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REINFORCE (high variance)</a:t>
            </a:r>
          </a:p>
          <a:p>
            <a:pPr/>
            <a:r>
              <a:t>A2C (actor-critic)</a:t>
            </a:r>
          </a:p>
          <a:p>
            <a:pPr/>
            <a:r>
              <a:t>Compare stability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A2C stabilizes</a:t>
            </a:r>
          </a:p>
          <a:p>
            <a:pPr/>
            <a:r>
              <a:t>REINFORCE noisy</a:t>
            </a:r>
          </a:p>
          <a:p>
            <a:pPr/>
            <a:r>
              <a:t>Variance difference</a:t>
            </a:r>
          </a:p>
        </p:txBody>
      </p:sp>
      <p:pic>
        <p:nvPicPr>
          <p:cNvPr id="4" name="Picture 3" descr="a2c_vs_reinforce_policy_loss(4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3657600" cy="28469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Return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A2C higher return</a:t>
            </a:r>
          </a:p>
          <a:p>
            <a:pPr/>
            <a:r>
              <a:t>REINFORCE worse</a:t>
            </a:r>
          </a:p>
          <a:p>
            <a:pPr/>
            <a:r>
              <a:t>Better strategy learning</a:t>
            </a:r>
          </a:p>
        </p:txBody>
      </p:sp>
      <p:pic>
        <p:nvPicPr>
          <p:cNvPr id="4" name="Picture 3" descr="a2c_vs_reinforce_return(4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3657600" cy="28934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Decreasing trend</a:t>
            </a:r>
          </a:p>
          <a:p>
            <a:pPr/>
            <a:r>
              <a:t>Critic learns</a:t>
            </a:r>
          </a:p>
          <a:p>
            <a:pPr/>
            <a:r>
              <a:t>Stabilizes A2C</a:t>
            </a:r>
          </a:p>
        </p:txBody>
      </p:sp>
      <p:pic>
        <p:nvPicPr>
          <p:cNvPr id="4" name="Picture 3" descr="a2c_vs_reinforce_value_loss(4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3657600" cy="29512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A2C more stable</a:t>
            </a:r>
          </a:p>
          <a:p>
            <a:pPr/>
            <a:r>
              <a:t>Better in sequential games</a:t>
            </a:r>
          </a:p>
          <a:p>
            <a:pPr/>
            <a:r>
              <a:t>Matches theory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